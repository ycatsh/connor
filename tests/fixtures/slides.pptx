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Cell Division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Prophase: chromosomes condense</a:t>
            </a:r>
          </a:p>
          <a:p>
            <a:pPr lvl="0"/>
            <a:r>
              <a:rPr/>
              <a:t>Metaphase: chromosomes line up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Meiosis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Two rounds of division</a:t>
            </a:r>
          </a:p>
          <a:p>
            <a:pPr lvl="0"/>
            <a:r>
              <a:rPr/>
              <a:t>Four haploid cells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Division Overview</dc:title>
  <dc:creator/>
  <cp:keywords/>
  <dcterms:created xsi:type="dcterms:W3CDTF">2026-10-19T07:39:11Z</dcterms:created>
  <dcterms:modified xsi:type="dcterms:W3CDTF">2026-10-19T07:39:11Z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